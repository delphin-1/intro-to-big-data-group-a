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BEAA"/>
                </a:solidFill>
              </a:defRPr>
            </a:pPr>
            <a:r>
              <a:rPr dirty="0"/>
              <a:t>INTRODUCTION TO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0F6FC"/>
                </a:solidFill>
              </a:defRPr>
            </a:pPr>
            <a:r>
              <a:rPr dirty="0"/>
              <a:t>BIG DATA</a:t>
            </a:r>
            <a:br>
              <a:rPr dirty="0"/>
            </a:br>
            <a:r>
              <a:rPr dirty="0"/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AABED2"/>
                </a:solidFill>
              </a:defRPr>
            </a:pPr>
            <a:r>
              <a:t>How data moves from sources to useful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291840" cy="42976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BEAA"/>
                </a:solidFill>
              </a:defRPr>
            </a:pPr>
            <a:r>
              <a:rPr lang="en-US" dirty="0" smtClean="0"/>
              <a:t>GROUP MEMBERS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0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6FC"/>
                </a:solidFill>
              </a:defRPr>
            </a:pPr>
            <a:r>
              <a:rPr dirty="0"/>
              <a:t>Name: 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0632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ABED2"/>
                </a:solidFill>
              </a:defRPr>
            </a:pPr>
            <a:r>
              <a:rPr dirty="0"/>
              <a:t>Course: Introduction to Big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703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ABED2"/>
                </a:solidFill>
              </a:defRPr>
            </a:pPr>
            <a:r>
              <a:t>Topic: Big Data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ABED2"/>
                </a:solidFill>
              </a:defRPr>
            </a:pPr>
            <a:r>
              <a:t>Date: 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A simple overview of the Big Data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t>What is a Big Data Ecosystem?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961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2"/>
                </a:solidFill>
              </a:defRPr>
            </a:pPr>
            <a:r>
              <a:t>A connected system of technologies that handles large amounts of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BEAA"/>
                </a:solidFill>
              </a:defRPr>
            </a:pPr>
            <a:r>
              <a:t>DATA</a:t>
            </a:r>
            <a:br/>
            <a: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Apps • Sensors • Websites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Bring data into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Keep large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Clean and 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Find useful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BEAA"/>
                </a:solidFill>
              </a:defRPr>
            </a:pPr>
            <a:r>
              <a:t>VISUALIZE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2004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t>Charts • Reports •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0F6FC"/>
                </a:solidFill>
              </a:defRPr>
            </a:pPr>
            <a:r>
              <a:t>The ecosystem turns raw data into information that people can use to make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t>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9611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2"/>
                </a:solidFill>
              </a:defRPr>
            </a:pPr>
            <a:r>
              <a:rPr lang="en-US" dirty="0" smtClean="0"/>
              <a:t>Understand </a:t>
            </a:r>
            <a:r>
              <a:rPr dirty="0" smtClean="0"/>
              <a:t>the </a:t>
            </a:r>
            <a:r>
              <a:rPr dirty="0"/>
              <a:t>role of each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Create 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78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Social media, sensors,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36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Collect and move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78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Example: Apache 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536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Keep huge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78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Example: HDFS /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935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Clean and transform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354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Example: Apache 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5935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Discover useful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5354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Queries, statistics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4747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935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t>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t>Present results clearly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5354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t>Charts,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t>Discussion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961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2"/>
                </a:solidFill>
              </a:defRPr>
            </a:pPr>
            <a:r>
              <a:t>Let's connect the ecosystem to real-life situations.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99032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t>What is meant by a Big Data Ecosystem?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13432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6829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95144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t>What are some common sources of big data?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9544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91256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t>Why is storage important when dealing with big data?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05656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87368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t>What is the difference between processing and analysis?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01768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056631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t>Can you give a real-life example where big data helps decision-making?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2026-09-08T06:17:23Z</dcterms:modified>
  <cp:category/>
</cp:coreProperties>
</file>